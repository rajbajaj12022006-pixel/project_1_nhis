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FD8D9-3826-4AD5-926F-3D2061216D14}" v="51" dt="2026-01-19T20:10:03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bajaj" userId="5cdbe06deee0b23e" providerId="LiveId" clId="{B6E61B07-C1AB-487E-A557-BE146169781C}"/>
    <pc:docChg chg="undo custSel addSld delSld modSld">
      <pc:chgData name="raj bajaj" userId="5cdbe06deee0b23e" providerId="LiveId" clId="{B6E61B07-C1AB-487E-A557-BE146169781C}" dt="2026-01-19T20:11:08.072" v="184" actId="1076"/>
      <pc:docMkLst>
        <pc:docMk/>
      </pc:docMkLst>
      <pc:sldChg chg="addSp delSp modSp mod">
        <pc:chgData name="raj bajaj" userId="5cdbe06deee0b23e" providerId="LiveId" clId="{B6E61B07-C1AB-487E-A557-BE146169781C}" dt="2026-01-19T20:00:28.504" v="164" actId="1036"/>
        <pc:sldMkLst>
          <pc:docMk/>
          <pc:sldMk cId="1695916626" sldId="256"/>
        </pc:sldMkLst>
        <pc:spChg chg="mod">
          <ac:chgData name="raj bajaj" userId="5cdbe06deee0b23e" providerId="LiveId" clId="{B6E61B07-C1AB-487E-A557-BE146169781C}" dt="2026-01-19T20:00:28.504" v="164" actId="1036"/>
          <ac:spMkLst>
            <pc:docMk/>
            <pc:sldMk cId="1695916626" sldId="256"/>
            <ac:spMk id="2" creationId="{2944F288-5239-0A1E-CAC2-90BD687DC8BD}"/>
          </ac:spMkLst>
        </pc:spChg>
        <pc:spChg chg="mod">
          <ac:chgData name="raj bajaj" userId="5cdbe06deee0b23e" providerId="LiveId" clId="{B6E61B07-C1AB-487E-A557-BE146169781C}" dt="2026-01-19T20:00:28.504" v="164" actId="1036"/>
          <ac:spMkLst>
            <pc:docMk/>
            <pc:sldMk cId="1695916626" sldId="256"/>
            <ac:spMk id="3" creationId="{A786ACCE-B234-4920-299D-B4471D2AEFFA}"/>
          </ac:spMkLst>
        </pc:spChg>
        <pc:spChg chg="mod">
          <ac:chgData name="raj bajaj" userId="5cdbe06deee0b23e" providerId="LiveId" clId="{B6E61B07-C1AB-487E-A557-BE146169781C}" dt="2026-01-19T20:00:28.504" v="164" actId="1036"/>
          <ac:spMkLst>
            <pc:docMk/>
            <pc:sldMk cId="1695916626" sldId="256"/>
            <ac:spMk id="4" creationId="{AAE0A0A9-CF21-32ED-A36A-50EB24D705F3}"/>
          </ac:spMkLst>
        </pc:spChg>
        <pc:spChg chg="mod">
          <ac:chgData name="raj bajaj" userId="5cdbe06deee0b23e" providerId="LiveId" clId="{B6E61B07-C1AB-487E-A557-BE146169781C}" dt="2026-01-19T20:00:28.504" v="164" actId="1036"/>
          <ac:spMkLst>
            <pc:docMk/>
            <pc:sldMk cId="1695916626" sldId="256"/>
            <ac:spMk id="6" creationId="{44D2A929-B1B3-14BA-F345-6E89CFB3C761}"/>
          </ac:spMkLst>
        </pc:spChg>
        <pc:grpChg chg="del mod">
          <ac:chgData name="raj bajaj" userId="5cdbe06deee0b23e" providerId="LiveId" clId="{B6E61B07-C1AB-487E-A557-BE146169781C}" dt="2026-01-19T19:53:32.252" v="138"/>
          <ac:grpSpMkLst>
            <pc:docMk/>
            <pc:sldMk cId="1695916626" sldId="256"/>
            <ac:grpSpMk id="9" creationId="{0C592D37-1A28-84ED-8925-A8CA3FC4053C}"/>
          </ac:grpSpMkLst>
        </pc:grpChg>
        <pc:grpChg chg="del mod">
          <ac:chgData name="raj bajaj" userId="5cdbe06deee0b23e" providerId="LiveId" clId="{B6E61B07-C1AB-487E-A557-BE146169781C}" dt="2026-01-19T19:53:41.005" v="140"/>
          <ac:grpSpMkLst>
            <pc:docMk/>
            <pc:sldMk cId="1695916626" sldId="256"/>
            <ac:grpSpMk id="11" creationId="{861ECF8E-1336-9457-106E-07ADC7A8A3F4}"/>
          </ac:grpSpMkLst>
        </pc:grpChg>
        <pc:grpChg chg="del mod">
          <ac:chgData name="raj bajaj" userId="5cdbe06deee0b23e" providerId="LiveId" clId="{B6E61B07-C1AB-487E-A557-BE146169781C}" dt="2026-01-19T19:53:46.609" v="142"/>
          <ac:grpSpMkLst>
            <pc:docMk/>
            <pc:sldMk cId="1695916626" sldId="256"/>
            <ac:grpSpMk id="13" creationId="{D7F42825-700B-2C73-C78F-C42D40B10E67}"/>
          </ac:grpSpMkLst>
        </pc:grpChg>
        <pc:grpChg chg="del mod">
          <ac:chgData name="raj bajaj" userId="5cdbe06deee0b23e" providerId="LiveId" clId="{B6E61B07-C1AB-487E-A557-BE146169781C}" dt="2026-01-19T19:53:47.831" v="144"/>
          <ac:grpSpMkLst>
            <pc:docMk/>
            <pc:sldMk cId="1695916626" sldId="256"/>
            <ac:grpSpMk id="15" creationId="{E2D185A3-7FB5-9DDE-63C7-E2B46FA09956}"/>
          </ac:grpSpMkLst>
        </pc:grpChg>
        <pc:grpChg chg="add del mod">
          <ac:chgData name="raj bajaj" userId="5cdbe06deee0b23e" providerId="LiveId" clId="{B6E61B07-C1AB-487E-A557-BE146169781C}" dt="2026-01-19T19:54:04.741" v="150"/>
          <ac:grpSpMkLst>
            <pc:docMk/>
            <pc:sldMk cId="1695916626" sldId="256"/>
            <ac:grpSpMk id="17" creationId="{081F5665-DB07-47E7-88BB-C1E8E1BCF7B2}"/>
          </ac:grpSpMkLst>
        </pc:grpChg>
        <pc:grpChg chg="mod">
          <ac:chgData name="raj bajaj" userId="5cdbe06deee0b23e" providerId="LiveId" clId="{B6E61B07-C1AB-487E-A557-BE146169781C}" dt="2026-01-19T19:53:51.985" v="148"/>
          <ac:grpSpMkLst>
            <pc:docMk/>
            <pc:sldMk cId="1695916626" sldId="256"/>
            <ac:grpSpMk id="19" creationId="{3AC6DE20-3BE5-8ABC-4BB1-D051E7895E40}"/>
          </ac:grpSpMkLst>
        </pc:grpChg>
        <pc:grpChg chg="del mod">
          <ac:chgData name="raj bajaj" userId="5cdbe06deee0b23e" providerId="LiveId" clId="{B6E61B07-C1AB-487E-A557-BE146169781C}" dt="2026-01-19T19:54:38.672" v="161"/>
          <ac:grpSpMkLst>
            <pc:docMk/>
            <pc:sldMk cId="1695916626" sldId="256"/>
            <ac:grpSpMk id="21" creationId="{85917E9C-4ED6-1E27-01E4-9EB6973D671F}"/>
          </ac:grpSpMkLst>
        </pc:grpChg>
        <pc:grpChg chg="mod">
          <ac:chgData name="raj bajaj" userId="5cdbe06deee0b23e" providerId="LiveId" clId="{B6E61B07-C1AB-487E-A557-BE146169781C}" dt="2026-01-19T20:00:28.504" v="164" actId="1036"/>
          <ac:grpSpMkLst>
            <pc:docMk/>
            <pc:sldMk cId="1695916626" sldId="256"/>
            <ac:grpSpMk id="27" creationId="{57A1CEAA-C2B8-9479-4F65-F20FFC1BF987}"/>
          </ac:grpSpMkLst>
        </pc:grpChg>
        <pc:picChg chg="add mod">
          <ac:chgData name="raj bajaj" userId="5cdbe06deee0b23e" providerId="LiveId" clId="{B6E61B07-C1AB-487E-A557-BE146169781C}" dt="2026-01-19T20:00:28.504" v="164" actId="1036"/>
          <ac:picMkLst>
            <pc:docMk/>
            <pc:sldMk cId="1695916626" sldId="256"/>
            <ac:picMk id="9218" creationId="{DF61164A-DF78-396A-661D-9DD6DA8CC1AF}"/>
          </ac:picMkLst>
        </pc:picChg>
        <pc:inkChg chg="add mod">
          <ac:chgData name="raj bajaj" userId="5cdbe06deee0b23e" providerId="LiveId" clId="{B6E61B07-C1AB-487E-A557-BE146169781C}" dt="2026-01-19T20:00:28.504" v="164" actId="1036"/>
          <ac:inkMkLst>
            <pc:docMk/>
            <pc:sldMk cId="1695916626" sldId="256"/>
            <ac:inkMk id="7" creationId="{9FE925F2-1B91-DBED-A020-830E9FEC82E5}"/>
          </ac:inkMkLst>
        </pc:inkChg>
        <pc:inkChg chg="add mod">
          <ac:chgData name="raj bajaj" userId="5cdbe06deee0b23e" providerId="LiveId" clId="{B6E61B07-C1AB-487E-A557-BE146169781C}" dt="2026-01-19T19:54:38.672" v="161"/>
          <ac:inkMkLst>
            <pc:docMk/>
            <pc:sldMk cId="1695916626" sldId="256"/>
            <ac:inkMk id="8" creationId="{B5B5B479-A603-E284-46BD-5A104B33FA45}"/>
          </ac:inkMkLst>
        </pc:inkChg>
        <pc:inkChg chg="add mod">
          <ac:chgData name="raj bajaj" userId="5cdbe06deee0b23e" providerId="LiveId" clId="{B6E61B07-C1AB-487E-A557-BE146169781C}" dt="2026-01-19T20:00:28.504" v="164" actId="1036"/>
          <ac:inkMkLst>
            <pc:docMk/>
            <pc:sldMk cId="1695916626" sldId="256"/>
            <ac:inkMk id="10" creationId="{CC84982F-4988-4CB3-5820-D56FA0D21975}"/>
          </ac:inkMkLst>
        </pc:inkChg>
        <pc:inkChg chg="add mod">
          <ac:chgData name="raj bajaj" userId="5cdbe06deee0b23e" providerId="LiveId" clId="{B6E61B07-C1AB-487E-A557-BE146169781C}" dt="2026-01-19T19:53:46.609" v="142"/>
          <ac:inkMkLst>
            <pc:docMk/>
            <pc:sldMk cId="1695916626" sldId="256"/>
            <ac:inkMk id="12" creationId="{E95E75A2-C053-BABB-7092-ACAD1912E461}"/>
          </ac:inkMkLst>
        </pc:inkChg>
        <pc:inkChg chg="add mod">
          <ac:chgData name="raj bajaj" userId="5cdbe06deee0b23e" providerId="LiveId" clId="{B6E61B07-C1AB-487E-A557-BE146169781C}" dt="2026-01-19T20:00:28.504" v="164" actId="1036"/>
          <ac:inkMkLst>
            <pc:docMk/>
            <pc:sldMk cId="1695916626" sldId="256"/>
            <ac:inkMk id="14" creationId="{71A0D293-4882-AD9E-D0E3-D5C20A33D43F}"/>
          </ac:inkMkLst>
        </pc:inkChg>
        <pc:inkChg chg="add mod">
          <ac:chgData name="raj bajaj" userId="5cdbe06deee0b23e" providerId="LiveId" clId="{B6E61B07-C1AB-487E-A557-BE146169781C}" dt="2026-01-19T20:00:28.504" v="164" actId="1036"/>
          <ac:inkMkLst>
            <pc:docMk/>
            <pc:sldMk cId="1695916626" sldId="256"/>
            <ac:inkMk id="16" creationId="{F5BAAECF-D3FF-4819-22E3-8DBC43F15D6F}"/>
          </ac:inkMkLst>
        </pc:inkChg>
        <pc:inkChg chg="add del mod">
          <ac:chgData name="raj bajaj" userId="5cdbe06deee0b23e" providerId="LiveId" clId="{B6E61B07-C1AB-487E-A557-BE146169781C}" dt="2026-01-19T19:53:51.985" v="148"/>
          <ac:inkMkLst>
            <pc:docMk/>
            <pc:sldMk cId="1695916626" sldId="256"/>
            <ac:inkMk id="18" creationId="{4D6ECC47-5BD0-BC74-184E-D79A2BD77613}"/>
          </ac:inkMkLst>
        </pc:inkChg>
        <pc:inkChg chg="add mod">
          <ac:chgData name="raj bajaj" userId="5cdbe06deee0b23e" providerId="LiveId" clId="{B6E61B07-C1AB-487E-A557-BE146169781C}" dt="2026-01-19T19:54:38.672" v="161"/>
          <ac:inkMkLst>
            <pc:docMk/>
            <pc:sldMk cId="1695916626" sldId="256"/>
            <ac:inkMk id="20" creationId="{365AA71D-D4A3-7AC3-74EC-5D9F33EB62E8}"/>
          </ac:inkMkLst>
        </pc:inkChg>
        <pc:inkChg chg="add del">
          <ac:chgData name="raj bajaj" userId="5cdbe06deee0b23e" providerId="LiveId" clId="{B6E61B07-C1AB-487E-A557-BE146169781C}" dt="2026-01-19T19:54:15.223" v="158" actId="9405"/>
          <ac:inkMkLst>
            <pc:docMk/>
            <pc:sldMk cId="1695916626" sldId="256"/>
            <ac:inkMk id="22" creationId="{09CF66D7-86F4-0E20-C371-6C810FFEF648}"/>
          </ac:inkMkLst>
        </pc:inkChg>
        <pc:inkChg chg="add del">
          <ac:chgData name="raj bajaj" userId="5cdbe06deee0b23e" providerId="LiveId" clId="{B6E61B07-C1AB-487E-A557-BE146169781C}" dt="2026-01-19T19:54:14.833" v="157" actId="9405"/>
          <ac:inkMkLst>
            <pc:docMk/>
            <pc:sldMk cId="1695916626" sldId="256"/>
            <ac:inkMk id="23" creationId="{055B4366-B2FB-B654-88CC-82465E990BD4}"/>
          </ac:inkMkLst>
        </pc:inkChg>
        <pc:inkChg chg="add del">
          <ac:chgData name="raj bajaj" userId="5cdbe06deee0b23e" providerId="LiveId" clId="{B6E61B07-C1AB-487E-A557-BE146169781C}" dt="2026-01-19T19:54:14.451" v="156" actId="9405"/>
          <ac:inkMkLst>
            <pc:docMk/>
            <pc:sldMk cId="1695916626" sldId="256"/>
            <ac:inkMk id="24" creationId="{6CB80BE5-26F7-85AD-29A7-6D8999112F90}"/>
          </ac:inkMkLst>
        </pc:inkChg>
        <pc:inkChg chg="add del">
          <ac:chgData name="raj bajaj" userId="5cdbe06deee0b23e" providerId="LiveId" clId="{B6E61B07-C1AB-487E-A557-BE146169781C}" dt="2026-01-19T19:54:13.773" v="155" actId="9405"/>
          <ac:inkMkLst>
            <pc:docMk/>
            <pc:sldMk cId="1695916626" sldId="256"/>
            <ac:inkMk id="25" creationId="{1C815514-9B3D-B674-C104-DE455DF20866}"/>
          </ac:inkMkLst>
        </pc:inkChg>
        <pc:inkChg chg="add mod">
          <ac:chgData name="raj bajaj" userId="5cdbe06deee0b23e" providerId="LiveId" clId="{B6E61B07-C1AB-487E-A557-BE146169781C}" dt="2026-01-19T19:54:38.672" v="161"/>
          <ac:inkMkLst>
            <pc:docMk/>
            <pc:sldMk cId="1695916626" sldId="256"/>
            <ac:inkMk id="26" creationId="{44283E95-DAD9-70A1-4A58-F3769682CA4A}"/>
          </ac:inkMkLst>
        </pc:inkChg>
      </pc:sldChg>
      <pc:sldChg chg="modSp mod">
        <pc:chgData name="raj bajaj" userId="5cdbe06deee0b23e" providerId="LiveId" clId="{B6E61B07-C1AB-487E-A557-BE146169781C}" dt="2026-01-19T19:45:14.213" v="102" actId="20577"/>
        <pc:sldMkLst>
          <pc:docMk/>
          <pc:sldMk cId="1669880088" sldId="259"/>
        </pc:sldMkLst>
        <pc:spChg chg="mod">
          <ac:chgData name="raj bajaj" userId="5cdbe06deee0b23e" providerId="LiveId" clId="{B6E61B07-C1AB-487E-A557-BE146169781C}" dt="2026-01-19T19:45:14.213" v="102" actId="20577"/>
          <ac:spMkLst>
            <pc:docMk/>
            <pc:sldMk cId="1669880088" sldId="259"/>
            <ac:spMk id="4" creationId="{7106E669-93BB-2491-6B25-9A35AA45162A}"/>
          </ac:spMkLst>
        </pc:spChg>
      </pc:sldChg>
      <pc:sldChg chg="modSp mod">
        <pc:chgData name="raj bajaj" userId="5cdbe06deee0b23e" providerId="LiveId" clId="{B6E61B07-C1AB-487E-A557-BE146169781C}" dt="2026-01-19T19:45:52.404" v="112" actId="1035"/>
        <pc:sldMkLst>
          <pc:docMk/>
          <pc:sldMk cId="3024951676" sldId="261"/>
        </pc:sldMkLst>
        <pc:spChg chg="mod">
          <ac:chgData name="raj bajaj" userId="5cdbe06deee0b23e" providerId="LiveId" clId="{B6E61B07-C1AB-487E-A557-BE146169781C}" dt="2026-01-19T19:45:52.404" v="112" actId="1035"/>
          <ac:spMkLst>
            <pc:docMk/>
            <pc:sldMk cId="3024951676" sldId="261"/>
            <ac:spMk id="5" creationId="{2E958A5F-0636-E8BA-AA4E-20257943A91A}"/>
          </ac:spMkLst>
        </pc:spChg>
        <pc:picChg chg="mod">
          <ac:chgData name="raj bajaj" userId="5cdbe06deee0b23e" providerId="LiveId" clId="{B6E61B07-C1AB-487E-A557-BE146169781C}" dt="2026-01-19T19:45:43.726" v="104" actId="1076"/>
          <ac:picMkLst>
            <pc:docMk/>
            <pc:sldMk cId="3024951676" sldId="261"/>
            <ac:picMk id="9" creationId="{DCFD6269-A4B6-8C44-EC2B-6DF7617B7C2A}"/>
          </ac:picMkLst>
        </pc:picChg>
      </pc:sldChg>
      <pc:sldChg chg="addSp delSp modSp mod">
        <pc:chgData name="raj bajaj" userId="5cdbe06deee0b23e" providerId="LiveId" clId="{B6E61B07-C1AB-487E-A557-BE146169781C}" dt="2026-01-19T19:38:11.437" v="88" actId="1037"/>
        <pc:sldMkLst>
          <pc:docMk/>
          <pc:sldMk cId="1909324872" sldId="263"/>
        </pc:sldMkLst>
        <pc:spChg chg="mod">
          <ac:chgData name="raj bajaj" userId="5cdbe06deee0b23e" providerId="LiveId" clId="{B6E61B07-C1AB-487E-A557-BE146169781C}" dt="2026-01-19T19:38:11.437" v="88" actId="1037"/>
          <ac:spMkLst>
            <pc:docMk/>
            <pc:sldMk cId="1909324872" sldId="263"/>
            <ac:spMk id="2" creationId="{BADDF604-E3DC-FE4E-4F2B-A96759AE21D2}"/>
          </ac:spMkLst>
        </pc:spChg>
        <pc:spChg chg="add del mod">
          <ac:chgData name="raj bajaj" userId="5cdbe06deee0b23e" providerId="LiveId" clId="{B6E61B07-C1AB-487E-A557-BE146169781C}" dt="2026-01-19T19:35:51.500" v="49" actId="931"/>
          <ac:spMkLst>
            <pc:docMk/>
            <pc:sldMk cId="1909324872" sldId="263"/>
            <ac:spMk id="3" creationId="{E592926A-E872-B554-FDF9-3E9D19E078F9}"/>
          </ac:spMkLst>
        </pc:spChg>
        <pc:spChg chg="del">
          <ac:chgData name="raj bajaj" userId="5cdbe06deee0b23e" providerId="LiveId" clId="{B6E61B07-C1AB-487E-A557-BE146169781C}" dt="2026-01-19T19:32:45.478" v="28"/>
          <ac:spMkLst>
            <pc:docMk/>
            <pc:sldMk cId="1909324872" sldId="263"/>
            <ac:spMk id="4" creationId="{E627028C-E28F-94EE-6D84-046DBB2ADE51}"/>
          </ac:spMkLst>
        </pc:spChg>
        <pc:spChg chg="add mod">
          <ac:chgData name="raj bajaj" userId="5cdbe06deee0b23e" providerId="LiveId" clId="{B6E61B07-C1AB-487E-A557-BE146169781C}" dt="2026-01-19T19:37:53.307" v="69" actId="2710"/>
          <ac:spMkLst>
            <pc:docMk/>
            <pc:sldMk cId="1909324872" sldId="263"/>
            <ac:spMk id="5" creationId="{46D7C083-2ECD-E42C-4449-0B7DCB9B9D39}"/>
          </ac:spMkLst>
        </pc:spChg>
        <pc:spChg chg="add">
          <ac:chgData name="raj bajaj" userId="5cdbe06deee0b23e" providerId="LiveId" clId="{B6E61B07-C1AB-487E-A557-BE146169781C}" dt="2026-01-19T19:34:46.330" v="36"/>
          <ac:spMkLst>
            <pc:docMk/>
            <pc:sldMk cId="1909324872" sldId="263"/>
            <ac:spMk id="6" creationId="{2644D5FA-D7CC-AF56-91B5-E45EDA61BF05}"/>
          </ac:spMkLst>
        </pc:spChg>
        <pc:picChg chg="add mod">
          <ac:chgData name="raj bajaj" userId="5cdbe06deee0b23e" providerId="LiveId" clId="{B6E61B07-C1AB-487E-A557-BE146169781C}" dt="2026-01-19T19:35:04.915" v="42" actId="931"/>
          <ac:picMkLst>
            <pc:docMk/>
            <pc:sldMk cId="1909324872" sldId="263"/>
            <ac:picMk id="8" creationId="{084FA431-ADC7-3CA3-455C-CB23CD352D84}"/>
          </ac:picMkLst>
        </pc:picChg>
        <pc:picChg chg="add mod">
          <ac:chgData name="raj bajaj" userId="5cdbe06deee0b23e" providerId="LiveId" clId="{B6E61B07-C1AB-487E-A557-BE146169781C}" dt="2026-01-19T19:35:41.665" v="47" actId="931"/>
          <ac:picMkLst>
            <pc:docMk/>
            <pc:sldMk cId="1909324872" sldId="263"/>
            <ac:picMk id="10" creationId="{56655FA4-B775-ED47-DE21-3FFB56391746}"/>
          </ac:picMkLst>
        </pc:picChg>
        <pc:picChg chg="add mod">
          <ac:chgData name="raj bajaj" userId="5cdbe06deee0b23e" providerId="LiveId" clId="{B6E61B07-C1AB-487E-A557-BE146169781C}" dt="2026-01-19T19:36:57.133" v="60" actId="14100"/>
          <ac:picMkLst>
            <pc:docMk/>
            <pc:sldMk cId="1909324872" sldId="263"/>
            <ac:picMk id="12" creationId="{85F27114-34E0-F424-9BF8-ED9D48506F2C}"/>
          </ac:picMkLst>
        </pc:picChg>
      </pc:sldChg>
      <pc:sldChg chg="addSp delSp modSp new mod modClrScheme chgLayout">
        <pc:chgData name="raj bajaj" userId="5cdbe06deee0b23e" providerId="LiveId" clId="{B6E61B07-C1AB-487E-A557-BE146169781C}" dt="2026-01-19T19:50:00.279" v="131" actId="1076"/>
        <pc:sldMkLst>
          <pc:docMk/>
          <pc:sldMk cId="221385956" sldId="264"/>
        </pc:sldMkLst>
        <pc:spChg chg="del">
          <ac:chgData name="raj bajaj" userId="5cdbe06deee0b23e" providerId="LiveId" clId="{B6E61B07-C1AB-487E-A557-BE146169781C}" dt="2026-01-19T19:46:32.679" v="113" actId="700"/>
          <ac:spMkLst>
            <pc:docMk/>
            <pc:sldMk cId="221385956" sldId="264"/>
            <ac:spMk id="2" creationId="{BF497453-16FE-DBF5-B765-BE1C59CD6DBC}"/>
          </ac:spMkLst>
        </pc:spChg>
        <pc:spChg chg="del">
          <ac:chgData name="raj bajaj" userId="5cdbe06deee0b23e" providerId="LiveId" clId="{B6E61B07-C1AB-487E-A557-BE146169781C}" dt="2026-01-19T19:46:32.679" v="113" actId="700"/>
          <ac:spMkLst>
            <pc:docMk/>
            <pc:sldMk cId="221385956" sldId="264"/>
            <ac:spMk id="3" creationId="{E10480BE-D290-F10B-ACF3-24A285DA9D0F}"/>
          </ac:spMkLst>
        </pc:spChg>
        <pc:spChg chg="del">
          <ac:chgData name="raj bajaj" userId="5cdbe06deee0b23e" providerId="LiveId" clId="{B6E61B07-C1AB-487E-A557-BE146169781C}" dt="2026-01-19T19:46:32.679" v="113" actId="700"/>
          <ac:spMkLst>
            <pc:docMk/>
            <pc:sldMk cId="221385956" sldId="264"/>
            <ac:spMk id="4" creationId="{8FB9FCE6-315C-6CA0-6CDC-F8183BF49942}"/>
          </ac:spMkLst>
        </pc:spChg>
        <pc:spChg chg="add del mod ord">
          <ac:chgData name="raj bajaj" userId="5cdbe06deee0b23e" providerId="LiveId" clId="{B6E61B07-C1AB-487E-A557-BE146169781C}" dt="2026-01-19T19:46:43.275" v="115" actId="700"/>
          <ac:spMkLst>
            <pc:docMk/>
            <pc:sldMk cId="221385956" sldId="264"/>
            <ac:spMk id="5" creationId="{DD860F2E-617F-4BB4-1609-290C17BB2236}"/>
          </ac:spMkLst>
        </pc:spChg>
        <pc:spChg chg="add del mod ord">
          <ac:chgData name="raj bajaj" userId="5cdbe06deee0b23e" providerId="LiveId" clId="{B6E61B07-C1AB-487E-A557-BE146169781C}" dt="2026-01-19T19:46:43.275" v="115" actId="700"/>
          <ac:spMkLst>
            <pc:docMk/>
            <pc:sldMk cId="221385956" sldId="264"/>
            <ac:spMk id="6" creationId="{7129880E-9979-1573-3FA0-B5E921446DC8}"/>
          </ac:spMkLst>
        </pc:spChg>
        <pc:spChg chg="add mod ord">
          <ac:chgData name="raj bajaj" userId="5cdbe06deee0b23e" providerId="LiveId" clId="{B6E61B07-C1AB-487E-A557-BE146169781C}" dt="2026-01-19T19:46:59.274" v="121" actId="14100"/>
          <ac:spMkLst>
            <pc:docMk/>
            <pc:sldMk cId="221385956" sldId="264"/>
            <ac:spMk id="7" creationId="{1C621AC7-7964-6E13-10CC-EE336FABAE0F}"/>
          </ac:spMkLst>
        </pc:spChg>
        <pc:spChg chg="add del mod ord">
          <ac:chgData name="raj bajaj" userId="5cdbe06deee0b23e" providerId="LiveId" clId="{B6E61B07-C1AB-487E-A557-BE146169781C}" dt="2026-01-19T19:48:50.093" v="122"/>
          <ac:spMkLst>
            <pc:docMk/>
            <pc:sldMk cId="221385956" sldId="264"/>
            <ac:spMk id="8" creationId="{75BB8038-5BD0-ECD3-2E72-6F07801B1383}"/>
          </ac:spMkLst>
        </pc:spChg>
        <pc:spChg chg="add mod">
          <ac:chgData name="raj bajaj" userId="5cdbe06deee0b23e" providerId="LiveId" clId="{B6E61B07-C1AB-487E-A557-BE146169781C}" dt="2026-01-19T19:50:00.279" v="131" actId="1076"/>
          <ac:spMkLst>
            <pc:docMk/>
            <pc:sldMk cId="221385956" sldId="264"/>
            <ac:spMk id="9" creationId="{B3BE177A-7DE3-0DCB-5311-BEF4B0CA4348}"/>
          </ac:spMkLst>
        </pc:spChg>
      </pc:sldChg>
      <pc:sldChg chg="new del">
        <pc:chgData name="raj bajaj" userId="5cdbe06deee0b23e" providerId="LiveId" clId="{B6E61B07-C1AB-487E-A557-BE146169781C}" dt="2026-01-19T19:38:33.066" v="90" actId="47"/>
        <pc:sldMkLst>
          <pc:docMk/>
          <pc:sldMk cId="4280220241" sldId="264"/>
        </pc:sldMkLst>
      </pc:sldChg>
      <pc:sldChg chg="delSp modSp new mod">
        <pc:chgData name="raj bajaj" userId="5cdbe06deee0b23e" providerId="LiveId" clId="{B6E61B07-C1AB-487E-A557-BE146169781C}" dt="2026-01-19T20:11:08.072" v="184" actId="1076"/>
        <pc:sldMkLst>
          <pc:docMk/>
          <pc:sldMk cId="1166875169" sldId="265"/>
        </pc:sldMkLst>
        <pc:spChg chg="mod">
          <ac:chgData name="raj bajaj" userId="5cdbe06deee0b23e" providerId="LiveId" clId="{B6E61B07-C1AB-487E-A557-BE146169781C}" dt="2026-01-19T20:11:08.072" v="184" actId="1076"/>
          <ac:spMkLst>
            <pc:docMk/>
            <pc:sldMk cId="1166875169" sldId="265"/>
            <ac:spMk id="2" creationId="{1EB51D8A-3B15-8CB3-11F5-FC898DCD6AA4}"/>
          </ac:spMkLst>
        </pc:spChg>
        <pc:spChg chg="del mod">
          <ac:chgData name="raj bajaj" userId="5cdbe06deee0b23e" providerId="LiveId" clId="{B6E61B07-C1AB-487E-A557-BE146169781C}" dt="2026-01-19T20:10:14.594" v="171" actId="478"/>
          <ac:spMkLst>
            <pc:docMk/>
            <pc:sldMk cId="1166875169" sldId="265"/>
            <ac:spMk id="3" creationId="{D565416D-FBA1-9121-7430-9AA3A384C1C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31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3 349 24575,'0'167'0,"-2"-281"0,5-133 0,-3 244 0,0 0 0,1 0 0,-1 0 0,1 0 0,0 0 0,0 0 0,0 0 0,0 0 0,0 1 0,2-4 0,-3 6 0,1 0 0,-1-1 0,0 1 0,1 0 0,-1-1 0,0 1 0,1 0 0,-1-1 0,1 1 0,-1 0 0,1 0 0,-1 0 0,0-1 0,1 1 0,-1 0 0,1 0 0,-1 0 0,1 0 0,-1 0 0,1 0 0,-1 0 0,1 0 0,-1 0 0,1 0 0,15 12 0,-6 2 0,0 1 0,-2 0 0,1 1 0,8 25 0,-8-19 0,20 35 0,-22-48 0,0 0 0,0 0 0,10 8 0,-12-12 0,0 0 0,0 0 0,0 1 0,-1-1 0,0 1 0,0 0 0,0 0 0,-1 1 0,0-1 0,3 11 0,-1 3 0,-2 0 0,0 1 0,-2-1 0,0 31 0,-3-330 0,0 51 0,2 185 0,0 36 0,0 30 0,2 30 0,12 63 0,2 43 0,-16-11 0,19-231 0,-11-6 0,-2-107 0,-8 341-1365,2-114-5461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0.0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4:03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23.4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29 24575,'2'60'0,"-1"-34"0,0-1 0,-2 1 0,0-1 0,-7 31 0,7-53 0,0 1 0,0-1 0,0 0 0,0 1 0,-1-1 0,1 0 0,-1 0 0,0 0 0,0 0 0,0 0 0,0-1 0,-3 4 0,4-6 0,0 1 0,1 0 0,-1-1 0,0 0 0,0 1 0,0-1 0,1 1 0,-1-1 0,0 0 0,0 0 0,0 0 0,0 1 0,0-1 0,0 0 0,0 0 0,1 0 0,-1 0 0,0 0 0,-2-1 0,1 0 0,1 0 0,-1 1 0,0-1 0,0 0 0,1 0 0,-1-1 0,1 1 0,-1 0 0,1-1 0,-1 1 0,1 0 0,-2-4 0,-1-1 0,0 0 0,1 0 0,0-1 0,0 1 0,1-1 0,-1 0 0,2 0 0,-3-8 0,-4-63 0,1 8 0,1 38-1365,1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24.7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1 24575,'0'812'0,"-3"-794"0,-3-25 0,-4-33 0,-11-87 0,-5-201 0,28 647 0,-1-339 0,1-8 0,-3 27 0,-2 16 0,-2 3-1365,-2-1-5461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5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3:47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9:54:37.7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88DEA-C902-4D86-872B-791E5E2307E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A684A-67D6-4A77-814C-E2FBFDF87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97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A684A-67D6-4A77-814C-E2FBFDF87B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613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45B5-CB69-85FB-6D82-034ABC636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C6FFF-4A89-B3A8-59E2-41927001D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FBAD5-9A14-43E6-F5A9-9E21D988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380C-8BC2-4C0E-F4DE-AD371505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274A9-32DB-2AAD-3033-ED21F08E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0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2F6F8-FAFD-D52A-6F29-2DF4D553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DAEE-19D3-00E7-EBFA-D1A1B63C9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874A-0ED1-CC37-FF89-D9D6F8FA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AA42-EE36-8A93-6EB8-31B3EAE3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F4AAA-0AAA-C179-A13A-24076BA8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12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0323-7D9D-91DA-5887-FBA86FC3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C9C42-E634-96F8-D7FC-A8936E97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3D428-3573-9135-A5DB-E03C1B24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26ED0-D40E-0548-33D3-82B76F7C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5A8F8-DE9D-C3C7-B4A0-7123CABC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9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7992-10A5-7794-791C-95F76E22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02A8-FCDC-52C1-42D6-81E6EC426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1124F-631F-176E-7703-F736906B0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40F6F-3041-A7F2-53E9-CB215FE1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C99C8-897C-BC65-2243-F4618978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06249-E6B1-92BC-605A-328F0A07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91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3C5E-1D69-2E59-64C6-E90B0C38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BDE78-A47D-DDD1-DD56-55A2E35A1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C6204-8EEA-67BE-3D73-23D815F96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F4B0F-42E5-63D8-6FCC-3587530A6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9BEB7-EC28-9BC8-F98D-CB38DE818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05ABC-FE09-E2D8-1CD3-A2BE2144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0808C-2C71-D19D-3D9C-DDE4FCAC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A7B50-9402-1F64-DFCD-F7D09753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2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746F-C665-5212-0F56-E4B73987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97E76-338D-D6BB-E556-263C043B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DF9E3-EED2-9355-158B-23314D55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A30D8-B7B4-3B92-73DA-A40F681B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82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3A08F-50CA-EDEE-12F5-74730002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9BFAD-D767-B172-7E49-8F399175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D1ACB-4999-50F1-990E-4B0F6CCB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7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C1BD-B7B8-2455-B5E5-77BB7805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4A321-C9FC-EC69-07B8-17EA6865A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AE39E-AAB2-F670-2AAB-512A5324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201A0-E082-0B28-9BA9-95AC6979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93D6A-9FFC-9D51-C7C7-79F3CCA1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95569-7FE7-FA84-4980-A692F42A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846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735C-00D8-26C5-4CCC-96840101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D9D0B-FFF0-1FAB-862D-0A9C427C2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DB8FE-61F8-2CB4-E04A-CFC6CF70F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3F291-E03B-A8D9-3B35-12DACFC4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479BB-8BED-2E51-4093-48283BC7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74CF2-E98A-BBA5-CCA2-D4347081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76F0-C1B0-D22B-F6AE-267D7A01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68B19-BB51-6AB0-69D9-1E33071D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50D7D-A16A-BD86-A856-79BB6341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CD55-8E11-7C60-1375-73E242CD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8600-7517-EF85-02F9-2090C1F5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86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A3332-E919-1F30-0FBC-ED582861B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EED38-BF04-9F96-F4C8-7401490E4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0D93E-C5CD-579C-ECF2-EB39FB25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16577-94BD-3381-7B02-B75B567C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F4B32-6A96-58EF-9B12-62B65ABC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83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EF53E-1C0A-218C-1B71-5D028FF6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DC585-9570-98B6-5C1E-63E68EE03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9272-00DE-EA7F-FC58-1AAFCFC61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D302-8F80-41A2-9652-5CCAB888CB0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C16BE-B864-B443-C236-B06028C4A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C42BA-9078-C563-203A-67C3D0843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DB4C3-D683-4FE1-8CDE-056DE46632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652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8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F288-5239-0A1E-CAC2-90BD687DC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2419" y="1661568"/>
            <a:ext cx="6987159" cy="1095947"/>
          </a:xfrm>
        </p:spPr>
        <p:txBody>
          <a:bodyPr/>
          <a:lstStyle/>
          <a:p>
            <a:r>
              <a:rPr lang="en-IN" dirty="0" err="1"/>
              <a:t>NextHikes</a:t>
            </a:r>
            <a:r>
              <a:rPr lang="en-IN" dirty="0"/>
              <a:t>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6ACCE-B234-4920-299D-B4471D2AE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2420" y="2866803"/>
            <a:ext cx="6987159" cy="531050"/>
          </a:xfrm>
        </p:spPr>
        <p:txBody>
          <a:bodyPr>
            <a:noAutofit/>
          </a:bodyPr>
          <a:lstStyle/>
          <a:p>
            <a:r>
              <a:rPr lang="en-US" sz="2800" dirty="0"/>
              <a:t>  Bike Sharing Demand: A Data-Driven Analysis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0A0A9-CF21-32ED-A36A-50EB24D705F3}"/>
              </a:ext>
            </a:extLst>
          </p:cNvPr>
          <p:cNvSpPr txBox="1"/>
          <p:nvPr/>
        </p:nvSpPr>
        <p:spPr>
          <a:xfrm>
            <a:off x="1335024" y="4796322"/>
            <a:ext cx="294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by:</a:t>
            </a:r>
            <a:r>
              <a:rPr lang="en-IN" sz="2000" dirty="0"/>
              <a:t>  Raj Bajaj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2A929-B1B3-14BA-F345-6E89CFB3C761}"/>
              </a:ext>
            </a:extLst>
          </p:cNvPr>
          <p:cNvSpPr txBox="1"/>
          <p:nvPr/>
        </p:nvSpPr>
        <p:spPr>
          <a:xfrm>
            <a:off x="3288792" y="3471005"/>
            <a:ext cx="579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Optimizing Operations through Weather and Time Insights</a:t>
            </a:r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F61164A-DF78-396A-661D-9DD6DA8C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43" y="1490919"/>
            <a:ext cx="8572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84982F-4988-4CB3-5820-D56FA0D21975}"/>
                  </a:ext>
                </a:extLst>
              </p14:cNvPr>
              <p14:cNvContentPartPr/>
              <p14:nvPr/>
            </p14:nvContentPartPr>
            <p14:xfrm>
              <a:off x="2557053" y="2154500"/>
              <a:ext cx="105480" cy="200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84982F-4988-4CB3-5820-D56FA0D21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0933" y="2148380"/>
                <a:ext cx="117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5E75A2-C053-BABB-7092-ACAD1912E461}"/>
                  </a:ext>
                </a:extLst>
              </p14:cNvPr>
              <p14:cNvContentPartPr/>
              <p14:nvPr/>
            </p14:nvContentPartPr>
            <p14:xfrm>
              <a:off x="2557773" y="226826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5E75A2-C053-BABB-7092-ACAD1912E4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1653" y="22621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65AA71D-D4A3-7AC3-74EC-5D9F33EB62E8}"/>
                  </a:ext>
                </a:extLst>
              </p14:cNvPr>
              <p14:cNvContentPartPr/>
              <p14:nvPr/>
            </p14:nvContentPartPr>
            <p14:xfrm>
              <a:off x="2590740" y="2263260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65AA71D-D4A3-7AC3-74EC-5D9F33EB62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7740" y="220026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7A1CEAA-C2B8-9479-4F65-F20FFC1BF987}"/>
              </a:ext>
            </a:extLst>
          </p:cNvPr>
          <p:cNvGrpSpPr/>
          <p:nvPr/>
        </p:nvGrpSpPr>
        <p:grpSpPr>
          <a:xfrm>
            <a:off x="2530053" y="2198780"/>
            <a:ext cx="76167" cy="299160"/>
            <a:chOff x="2530053" y="2198780"/>
            <a:chExt cx="76167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E925F2-1B91-DBED-A020-830E9FEC82E5}"/>
                    </a:ext>
                  </a:extLst>
                </p14:cNvPr>
                <p14:cNvContentPartPr/>
                <p14:nvPr/>
              </p14:nvContentPartPr>
              <p14:xfrm>
                <a:off x="2559933" y="2212100"/>
                <a:ext cx="46080" cy="106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E925F2-1B91-DBED-A020-830E9FEC82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3813" y="2205980"/>
                  <a:ext cx="583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5B479-A603-E284-46BD-5A104B33FA45}"/>
                    </a:ext>
                  </a:extLst>
                </p14:cNvPr>
                <p14:cNvContentPartPr/>
                <p14:nvPr/>
              </p14:nvContentPartPr>
              <p14:xfrm>
                <a:off x="2530053" y="2198780"/>
                <a:ext cx="28080" cy="29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B5B479-A603-E284-46BD-5A104B33FA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23933" y="2192660"/>
                  <a:ext cx="40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A0D293-4882-AD9E-D0E3-D5C20A33D43F}"/>
                    </a:ext>
                  </a:extLst>
                </p14:cNvPr>
                <p14:cNvContentPartPr/>
                <p14:nvPr/>
              </p14:nvContentPartPr>
              <p14:xfrm>
                <a:off x="2605860" y="2293500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A0D293-4882-AD9E-D0E3-D5C20A33D4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99740" y="22873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BAAECF-D3FF-4819-22E3-8DBC43F15D6F}"/>
                    </a:ext>
                  </a:extLst>
                </p14:cNvPr>
                <p14:cNvContentPartPr/>
                <p14:nvPr/>
              </p14:nvContentPartPr>
              <p14:xfrm>
                <a:off x="2590740" y="2270820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BAAECF-D3FF-4819-22E3-8DBC43F15D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84620" y="22647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283E95-DAD9-70A1-4A58-F3769682CA4A}"/>
                    </a:ext>
                  </a:extLst>
                </p14:cNvPr>
                <p14:cNvContentPartPr/>
                <p14:nvPr/>
              </p14:nvContentPartPr>
              <p14:xfrm>
                <a:off x="2592333" y="2384180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83E95-DAD9-70A1-4A58-F3769682CA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29693" y="23215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591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2A56FD-DC61-AB6F-E44D-E66943DD6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36" y="344614"/>
            <a:ext cx="10308336" cy="1325563"/>
          </a:xfrm>
        </p:spPr>
        <p:txBody>
          <a:bodyPr/>
          <a:lstStyle/>
          <a:p>
            <a:r>
              <a:rPr lang="en-IN" dirty="0"/>
              <a:t>Project Objectives 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A26429-9D6D-9BC4-5E43-3DA8A6B04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728" y="2255393"/>
            <a:ext cx="8930640" cy="84442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Goal:</a:t>
            </a:r>
            <a:r>
              <a:rPr lang="en-US" dirty="0"/>
              <a:t> </a:t>
            </a:r>
            <a:r>
              <a:rPr lang="en-US" sz="2400" dirty="0"/>
              <a:t>To analyze how environmental factors (weather) and factors  (time/holidays) influence bike rental behavior.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2C5AA-DAB4-F558-A21A-7520221C380C}"/>
              </a:ext>
            </a:extLst>
          </p:cNvPr>
          <p:cNvSpPr txBox="1"/>
          <p:nvPr/>
        </p:nvSpPr>
        <p:spPr>
          <a:xfrm>
            <a:off x="941832" y="3758184"/>
            <a:ext cx="8790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Business Value:</a:t>
            </a:r>
            <a:endParaRPr lang="en-IN" sz="2400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6949C9D5-7832-C4EF-2EB0-18942C22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596" y="4567321"/>
            <a:ext cx="71048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  </a:t>
            </a:r>
            <a:r>
              <a:rPr lang="en-US" sz="2000" dirty="0"/>
              <a:t>Predict peak demand to ensure bike availability.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  Optimize maintenance schedules.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  Improve marketing ROI by targeting high-demand weather           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 conditions.</a:t>
            </a:r>
          </a:p>
        </p:txBody>
      </p:sp>
    </p:spTree>
    <p:extLst>
      <p:ext uri="{BB962C8B-B14F-4D97-AF65-F5344CB8AC3E}">
        <p14:creationId xmlns:p14="http://schemas.microsoft.com/office/powerpoint/2010/main" val="164771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34B99E-0741-43AD-A9D9-993688D2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Methodology: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F058E2-94D7-F977-3234-44B8F1CD1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0868" y="1972187"/>
            <a:ext cx="985570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Merged three distinct datasets using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 via                                                                     Power Query/VLOOKUP.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and removed duplicates.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date and numerical formats.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mm…/.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new categories:  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mmmmmmmmmmmm..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week_name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(Temperature bins),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weather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050A8-FDE1-09D6-DD9F-81506EF5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06E669-93BB-2491-6B25-9A35AA4516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120" y="2349792"/>
            <a:ext cx="8955024" cy="2809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Highlights: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trends, Weekday vs. Weekend volume, and Weather impact.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(Season/Holiday) for dynamic filtering.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to shift from static reports to real-time exploration.</a:t>
            </a:r>
          </a:p>
        </p:txBody>
      </p:sp>
    </p:spTree>
    <p:extLst>
      <p:ext uri="{BB962C8B-B14F-4D97-AF65-F5344CB8AC3E}">
        <p14:creationId xmlns:p14="http://schemas.microsoft.com/office/powerpoint/2010/main" val="166988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81DA0-C926-DCDE-B3B8-745B73ED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32" y="429768"/>
            <a:ext cx="4015676" cy="658241"/>
          </a:xfrm>
        </p:spPr>
        <p:txBody>
          <a:bodyPr>
            <a:noAutofit/>
          </a:bodyPr>
          <a:lstStyle/>
          <a:p>
            <a:r>
              <a:rPr lang="en-IN" sz="4000" dirty="0"/>
              <a:t>Key Finding – Time </a:t>
            </a: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F0285127-4C77-48DE-556A-C037AF4794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" r="161"/>
          <a:stretch>
            <a:fillRect/>
          </a:stretch>
        </p:blipFill>
        <p:spPr>
          <a:xfrm>
            <a:off x="5152707" y="1775778"/>
            <a:ext cx="6876000" cy="3095709"/>
          </a:xfr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A0E3C61C-E663-57B2-42E7-DC9AC152F4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20332" y="1880734"/>
            <a:ext cx="44348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Hours: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8:00 AM and 5:00 PM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DD204-9090-90B6-CBC5-5462B1AEE413}"/>
              </a:ext>
            </a:extLst>
          </p:cNvPr>
          <p:cNvSpPr txBox="1"/>
          <p:nvPr/>
        </p:nvSpPr>
        <p:spPr>
          <a:xfrm>
            <a:off x="620332" y="2421784"/>
            <a:ext cx="44348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Mid-Day Lull:</a:t>
            </a:r>
            <a:r>
              <a:rPr lang="en-US" altLang="en-US" dirty="0">
                <a:latin typeface="Arial" panose="020B0604020202020204" pitchFamily="34" charset="0"/>
              </a:rPr>
              <a:t> Demand drops by 20% between 10:00 AM and 2:00 PM.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Schedule bike                      re-balancing and minor repairs during  the mid-day lull to ensure maximum fleet availability for the evening peak.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07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6BBD-D54C-3C7A-6DAB-301F8B57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86" y="254000"/>
            <a:ext cx="4815840" cy="1036320"/>
          </a:xfrm>
        </p:spPr>
        <p:txBody>
          <a:bodyPr>
            <a:noAutofit/>
          </a:bodyPr>
          <a:lstStyle/>
          <a:p>
            <a:r>
              <a:rPr lang="en-US" sz="4000" dirty="0"/>
              <a:t>Weather Impact – </a:t>
            </a:r>
            <a:r>
              <a:rPr lang="en-US" sz="3500" dirty="0"/>
              <a:t>Humidity vs. Temperature</a:t>
            </a:r>
            <a:endParaRPr lang="en-IN" sz="35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CFD6269-A4B6-8C44-EC2B-6DF7617B7C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2" r="6812"/>
          <a:stretch>
            <a:fillRect/>
          </a:stretch>
        </p:blipFill>
        <p:spPr>
          <a:xfrm>
            <a:off x="4923790" y="2155374"/>
            <a:ext cx="6870700" cy="3502025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E958A5F-0636-E8BA-AA4E-20257943A91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97510" y="1923526"/>
            <a:ext cx="434340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Humidity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primary deterrent (Correlation: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-0.23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Rentals drop significantly when humidity exceeds 60%.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steady positive driver (Correlation: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+0.23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"Clear Sky" days see 40% more rentals than "Misty/Rainy" days.</a:t>
            </a:r>
          </a:p>
        </p:txBody>
      </p:sp>
    </p:spTree>
    <p:extLst>
      <p:ext uri="{BB962C8B-B14F-4D97-AF65-F5344CB8AC3E}">
        <p14:creationId xmlns:p14="http://schemas.microsoft.com/office/powerpoint/2010/main" val="302495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670B-7E75-2DE6-672C-0A33EAC1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93" y="306704"/>
            <a:ext cx="4362132" cy="1069975"/>
          </a:xfrm>
        </p:spPr>
        <p:txBody>
          <a:bodyPr>
            <a:noAutofit/>
          </a:bodyPr>
          <a:lstStyle/>
          <a:p>
            <a:r>
              <a:rPr lang="en-IN" sz="4000" dirty="0"/>
              <a:t>Statistical Analysis &amp; Correlation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D7A016A9-47C2-CF37-6830-C0F11D0C1E3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33" r="333"/>
          <a:stretch/>
        </p:blipFill>
        <p:spPr>
          <a:xfrm>
            <a:off x="4992624" y="2148840"/>
            <a:ext cx="6789483" cy="236829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F9FC5F8-E6BD-96A7-0251-0402FEBD6F3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09893" y="1949474"/>
            <a:ext cx="436213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CORREL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STDEV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functions to quantify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Redundancy Check: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correlation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atemp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suggests we only need one for predictive modeling.</a:t>
            </a:r>
          </a:p>
        </p:txBody>
      </p:sp>
    </p:spTree>
    <p:extLst>
      <p:ext uri="{BB962C8B-B14F-4D97-AF65-F5344CB8AC3E}">
        <p14:creationId xmlns:p14="http://schemas.microsoft.com/office/powerpoint/2010/main" val="1578485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F604-E3DC-FE4E-4F2B-A96759AE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00406"/>
            <a:ext cx="2939035" cy="1261872"/>
          </a:xfrm>
        </p:spPr>
        <p:txBody>
          <a:bodyPr>
            <a:noAutofit/>
          </a:bodyPr>
          <a:lstStyle/>
          <a:p>
            <a:pPr algn="ctr"/>
            <a:r>
              <a:rPr lang="en-IN" sz="4500" dirty="0"/>
              <a:t>AI-Powered</a:t>
            </a:r>
            <a:r>
              <a:rPr lang="en-IN" sz="4000" dirty="0"/>
              <a:t> Forecasting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5F27114-34E0-F424-9BF8-ED9D48506F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" b="8608"/>
          <a:stretch>
            <a:fillRect/>
          </a:stretch>
        </p:blipFill>
        <p:spPr>
          <a:xfrm>
            <a:off x="4142232" y="1197865"/>
            <a:ext cx="7707630" cy="4087367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6D7C083-2ECD-E42C-4449-0B7DCB9B9D3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37801" y="1905284"/>
            <a:ext cx="3704431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Exponential Smoothing (ETS) via Excel’s Forecast Sheet.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Predicted a 15% growth trend for the upcoming period.</a:t>
            </a:r>
          </a:p>
        </p:txBody>
      </p:sp>
    </p:spTree>
    <p:extLst>
      <p:ext uri="{BB962C8B-B14F-4D97-AF65-F5344CB8AC3E}">
        <p14:creationId xmlns:p14="http://schemas.microsoft.com/office/powerpoint/2010/main" val="190932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621AC7-7964-6E13-10CC-EE336FAB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60" y="277793"/>
            <a:ext cx="10515600" cy="810227"/>
          </a:xfrm>
        </p:spPr>
        <p:txBody>
          <a:bodyPr>
            <a:normAutofit fontScale="90000"/>
          </a:bodyPr>
          <a:lstStyle/>
          <a:p>
            <a:r>
              <a:rPr lang="en-IN" dirty="0"/>
              <a:t>Strategic Business Recommendations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3BE177A-7DE3-0DCB-5311-BEF4B0CA4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22356"/>
            <a:ext cx="10515600" cy="381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fleet redistribution staff at 4:30 PM to handle the 5:00 PM peak.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"Low Humidity" promotions to drive rentals during comfortable riding weather.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Pricing: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small discounts during "Misty" weather to encourage usage among casual riders.</a:t>
            </a:r>
          </a:p>
        </p:txBody>
      </p:sp>
    </p:spTree>
    <p:extLst>
      <p:ext uri="{BB962C8B-B14F-4D97-AF65-F5344CB8AC3E}">
        <p14:creationId xmlns:p14="http://schemas.microsoft.com/office/powerpoint/2010/main" val="2213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1D8A-3B15-8CB3-11F5-FC898DCD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056" y="2792393"/>
            <a:ext cx="5377887" cy="1273214"/>
          </a:xfrm>
        </p:spPr>
        <p:txBody>
          <a:bodyPr>
            <a:noAutofit/>
          </a:bodyPr>
          <a:lstStyle/>
          <a:p>
            <a:r>
              <a:rPr lang="en-IN" sz="9000" dirty="0"/>
              <a:t>Thank you! </a:t>
            </a:r>
          </a:p>
        </p:txBody>
      </p:sp>
    </p:spTree>
    <p:extLst>
      <p:ext uri="{BB962C8B-B14F-4D97-AF65-F5344CB8AC3E}">
        <p14:creationId xmlns:p14="http://schemas.microsoft.com/office/powerpoint/2010/main" val="116687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412</Words>
  <Application>Microsoft Office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NextHikes IT Solutions</vt:lpstr>
      <vt:lpstr>Project Objectives :</vt:lpstr>
      <vt:lpstr>Data Methodology:</vt:lpstr>
      <vt:lpstr>Dashboard:</vt:lpstr>
      <vt:lpstr>Key Finding – Time </vt:lpstr>
      <vt:lpstr>Weather Impact – Humidity vs. Temperature</vt:lpstr>
      <vt:lpstr>Statistical Analysis &amp; Correlation</vt:lpstr>
      <vt:lpstr>AI-Powered Forecasting</vt:lpstr>
      <vt:lpstr>Strategic Business Recommendations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bajaj</dc:creator>
  <cp:lastModifiedBy>raj bajaj</cp:lastModifiedBy>
  <cp:revision>1</cp:revision>
  <dcterms:created xsi:type="dcterms:W3CDTF">2026-01-19T19:16:44Z</dcterms:created>
  <dcterms:modified xsi:type="dcterms:W3CDTF">2026-01-19T20:11:13Z</dcterms:modified>
</cp:coreProperties>
</file>